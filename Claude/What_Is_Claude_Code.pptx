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052060"/>
            <a:ext cx="84490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not writing production code professionally, Cowork is the right tool for you — not Claude Code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9144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SECTION  ·  WHAT IS CLAUDE CODE?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43216" y="82296"/>
            <a:ext cx="1353312" cy="237744"/>
          </a:xfrm>
          <a:prstGeom prst="roundRect">
            <a:avLst>
              <a:gd name="adj" fmla="val 30769"/>
            </a:avLst>
          </a:prstGeom>
          <a:solidFill>
            <a:srgbClr val="18181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43216" y="8229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34747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</a:t>
            </a:r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version of Claude — works directly in your terminal and codebase, not in a chat panel.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097280"/>
            <a:ext cx="8449056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70432"/>
            <a:ext cx="4114800" cy="914400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170432"/>
            <a:ext cx="36576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243584"/>
            <a:ext cx="3895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064" y="1408176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 command-line tool that brings Claude directly into your terminal and codebase. Instead of chatting in a browser, you delegate coding tasks — and Claude reads, edits, runs, and fixes your actual files.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90288" y="1170432"/>
            <a:ext cx="4206240" cy="914400"/>
          </a:xfrm>
          <a:prstGeom prst="rect">
            <a:avLst/>
          </a:prstGeom>
          <a:solidFill>
            <a:srgbClr val="18181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1170432"/>
            <a:ext cx="36576" cy="9144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43584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DIFFERS FROM COWORK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426464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13248" y="1426464"/>
            <a:ext cx="325526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desktop tool — no code needed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1581912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13248" y="1581912"/>
            <a:ext cx="325526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 — for developers only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737360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13248" y="1737360"/>
            <a:ext cx="325526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files and apps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892808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3248" y="1892808"/>
            <a:ext cx="325526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your code repository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2176272"/>
            <a:ext cx="8449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CODE CAN DO — FOR DEVELOPERS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2377440"/>
            <a:ext cx="2029968" cy="1709928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37744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963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263347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Edit Code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1810512" cy="13716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106674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008376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new functions, classes, and modules from scratch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36727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" y="3268980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existing code across multiple files in one go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627882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3529584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Refactors, renames, and reorganizes entire codebases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888486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" y="3790188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your project structure before making changes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87168" y="2377440"/>
            <a:ext cx="2029968" cy="1709928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7168" y="2377440"/>
            <a:ext cx="20299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24963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596896" y="263347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Debug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596896" y="2971800"/>
            <a:ext cx="1810512" cy="13716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96896" y="3106674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24912" y="3008376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scripts and reads the real output directly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96896" y="336727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4912" y="3268980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errors in stack traces and fixes them automatically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96896" y="3627882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24912" y="3529584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code after each fix until tests pass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96896" y="3888486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24912" y="3790188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copy-pasting errors into a chat — it sees them live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26864" y="2377440"/>
            <a:ext cx="2029968" cy="1709928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26864" y="2377440"/>
            <a:ext cx="202996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24963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736592" y="263347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Codebases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736592" y="2971800"/>
            <a:ext cx="1810512" cy="13716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36592" y="3106674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3008376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understands your full project structure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36592" y="3367278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268980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relevant files without being told where to look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36592" y="3627882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64608" y="3529584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function calls and dependencies across files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36592" y="3888486"/>
            <a:ext cx="64008" cy="640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3790188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existing code does in plain English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766560" y="2377440"/>
            <a:ext cx="2029968" cy="1709928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66560" y="2377440"/>
            <a:ext cx="202996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76288" y="24963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04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876288" y="263347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Terminal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876288" y="2971800"/>
            <a:ext cx="1810512" cy="13716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76288" y="3106674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04304" y="3008376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commits, and pushes code changes via git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876288" y="336727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04304" y="3268980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branches, manages pull requests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876288" y="3627882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04304" y="3529584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shell commands, installs packages, sets up projects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876288" y="3888486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04304" y="3790188"/>
            <a:ext cx="16824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entirely inside your existing dev environment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47472" y="4160520"/>
            <a:ext cx="8449056" cy="827532"/>
          </a:xfrm>
          <a:prstGeom prst="rect">
            <a:avLst/>
          </a:prstGeom>
          <a:solidFill>
            <a:srgbClr val="141418"/>
          </a:solidFill>
          <a:ln w="6350">
            <a:solidFill>
              <a:srgbClr val="35353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47472" y="4160520"/>
            <a:ext cx="36576" cy="8275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2064" y="42245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" y="4398264"/>
            <a:ext cx="8211312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for developers living in the terminal. 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loop between writing and running code.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closes the loop between instructions and real-world file tasks. </a:t>
            </a:r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Claude — different environment, different user.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2026-03-08T07:23:10Z</dcterms:created>
  <dcterms:modified xsi:type="dcterms:W3CDTF">2026-03-08T07:23:10Z</dcterms:modified>
</cp:coreProperties>
</file>